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1"/>
  </p:notes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Raleway" charset="1" panose="00000000000000000000"/>
      <p:regular r:id="rId14"/>
    </p:embeddedFont>
    <p:embeddedFont>
      <p:font typeface="Roboto Bold" charset="1" panose="020000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notesMasters/notesMaster1.xml" Type="http://schemas.openxmlformats.org/officeDocument/2006/relationships/notesMaster"/><Relationship Id="rId12" Target="theme/theme2.xml" Type="http://schemas.openxmlformats.org/officeDocument/2006/relationships/theme"/><Relationship Id="rId13" Target="notesSlides/notesSlide1.xml" Type="http://schemas.openxmlformats.org/officeDocument/2006/relationships/notes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notesSlides/notesSlide2.xml" Type="http://schemas.openxmlformats.org/officeDocument/2006/relationships/notesSlide"/><Relationship Id="rId17" Target="notesSlides/notesSlide3.xml" Type="http://schemas.openxmlformats.org/officeDocument/2006/relationships/notesSlide"/><Relationship Id="rId18" Target="notesSlides/notesSlide4.xml" Type="http://schemas.openxmlformats.org/officeDocument/2006/relationships/notes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63191" cy="10295039"/>
            <a:chOff x="0" y="0"/>
            <a:chExt cx="9150922" cy="13726719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56182" y="2953007"/>
            <a:ext cx="9452677" cy="2633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Employee Payroll and Statutory Deduction Management System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56182" y="5990911"/>
            <a:ext cx="9452677" cy="1312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 b="true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Muneeb Siddiqui · 25WU0102265</a:t>
            </a:r>
          </a:p>
          <a:p>
            <a:pPr algn="l">
              <a:lnSpc>
                <a:spcPts val="3474"/>
              </a:lnSpc>
            </a:pPr>
            <a:r>
              <a:rPr lang="en-US" sz="2176" b="true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SUBJECT : DBMS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90785" y="382594"/>
            <a:ext cx="14706430" cy="9521811"/>
          </a:xfrm>
          <a:custGeom>
            <a:avLst/>
            <a:gdLst/>
            <a:ahLst/>
            <a:cxnLst/>
            <a:rect r="r" b="b" t="t" l="l"/>
            <a:pathLst>
              <a:path h="9521811" w="14706430">
                <a:moveTo>
                  <a:pt x="0" y="0"/>
                </a:moveTo>
                <a:lnTo>
                  <a:pt x="14706430" y="0"/>
                </a:lnTo>
                <a:lnTo>
                  <a:pt x="14706430" y="9521812"/>
                </a:lnTo>
                <a:lnTo>
                  <a:pt x="0" y="95218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174" r="0" b="-1792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60816" y="709209"/>
            <a:ext cx="15766369" cy="8868582"/>
          </a:xfrm>
          <a:custGeom>
            <a:avLst/>
            <a:gdLst/>
            <a:ahLst/>
            <a:cxnLst/>
            <a:rect r="r" b="b" t="t" l="l"/>
            <a:pathLst>
              <a:path h="8868582" w="15766369">
                <a:moveTo>
                  <a:pt x="0" y="0"/>
                </a:moveTo>
                <a:lnTo>
                  <a:pt x="15766368" y="0"/>
                </a:lnTo>
                <a:lnTo>
                  <a:pt x="15766368" y="8868582"/>
                </a:lnTo>
                <a:lnTo>
                  <a:pt x="0" y="88685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19101" y="259770"/>
            <a:ext cx="17364374" cy="9767460"/>
          </a:xfrm>
          <a:custGeom>
            <a:avLst/>
            <a:gdLst/>
            <a:ahLst/>
            <a:cxnLst/>
            <a:rect r="r" b="b" t="t" l="l"/>
            <a:pathLst>
              <a:path h="9767460" w="17364374">
                <a:moveTo>
                  <a:pt x="0" y="0"/>
                </a:moveTo>
                <a:lnTo>
                  <a:pt x="17364374" y="0"/>
                </a:lnTo>
                <a:lnTo>
                  <a:pt x="17364374" y="9767460"/>
                </a:lnTo>
                <a:lnTo>
                  <a:pt x="0" y="97674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DAHVzPneu08</dc:identifier>
  <dcterms:modified xsi:type="dcterms:W3CDTF">2011-08-01T06:04:30Z</dcterms:modified>
  <cp:revision>1</cp:revision>
  <dc:title>Employee-Payroll-and-Statutory-Deduction-Management-System (2).pptx</dc:title>
</cp:coreProperties>
</file>
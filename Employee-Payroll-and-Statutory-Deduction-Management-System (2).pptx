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embeddedFontLst>
    <p:embeddedFont>
      <p:font typeface="Raleway SemiBold"/>
      <p:regular r:id="rId201314"/>
    </p:embeddedFont>
    <p:embeddedFont>
      <p:font typeface="Raleway Bold"/>
      <p:regular r:id="rId201315"/>
    </p:embeddedFont>
    <p:embeddedFont>
      <p:font typeface="Raleway Black"/>
      <p:regular r:id="rId201316"/>
    </p:embeddedFont>
    <p:embeddedFont>
      <p:font typeface="Raleway"/>
      <p:regular r:id="rId201317"/>
    </p:embeddedFont>
    <p:embeddedFont>
      <p:font typeface="Roboto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9251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Employee Payroll and Statutory Deduction Management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4792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Muneeb Siddiqui · 25WU0102265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SUBJECT : DBMS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62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Core Problem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84909"/>
            <a:ext cx="3496877" cy="3256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49932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Calculation Errors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908002"/>
            <a:ext cx="2966467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computation of gross pay, tax, PF/ESI, and loan EMIs is prone to formula slips, rounding inconsistencies, and human oversight—leading to incorrect employee compensation and financial discrepancies.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284909"/>
            <a:ext cx="3496877" cy="32568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49932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Compliance Risk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908002"/>
            <a:ext cx="2966467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Statutory limits such as PF contribution ceilings, income tax slabs, and outstanding loan balance caps are easily overlooked in spreadsheet-based systems, exposing the organization to regulatory penalties and legal liability.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284909"/>
            <a:ext cx="3496877" cy="32568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49932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Single Source of Truth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908002"/>
            <a:ext cx="2966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Attendance records, salary structures, and deduction data are scattered across separate files and systems that frequently fall out of sync, making audits difficult and decisions unreliable.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918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1765995"/>
            <a:ext cx="3053877" cy="2606774"/>
          </a:xfrm>
          <a:prstGeom prst="roundRect">
            <a:avLst>
              <a:gd name="adj" fmla="val 30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1961356"/>
            <a:ext cx="26631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Eliminate Manual Errors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665313"/>
            <a:ext cx="26631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error-prone spreadsheet formulas with validated, database-enforced calculations for every payroll run.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1765995"/>
            <a:ext cx="3053976" cy="2606774"/>
          </a:xfrm>
          <a:prstGeom prst="roundRect">
            <a:avLst>
              <a:gd name="adj" fmla="val 30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1961356"/>
            <a:ext cx="26632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Automate Gross &amp; Net Pay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665313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gross pay, deductions, and net pay automatically from attendance and salary structure records.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561780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75714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Enforce Statutory Limits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5165824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statutory deduction ceilings and outstanding loan balance rules directly at the database level.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75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750020"/>
            <a:ext cx="6920831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conceptual model and relational schema give the Payroll &amp; Statutory Deduction Management System a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single, validated source of truth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replacing error-prone spreadsheets with enforced business rules for compensation, compliance, and disbursement.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937073"/>
            <a:ext cx="6920831" cy="2887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0173" y="3070166"/>
            <a:ext cx="1573573" cy="19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Normalize to 3NF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20173" y="3322818"/>
            <a:ext cx="2697367" cy="14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 redundancy and ensure data integrity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720282" y="4009963"/>
            <a:ext cx="1573573" cy="196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Define Constraints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20282" y="4262615"/>
            <a:ext cx="2697367" cy="14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business rules and referential integrity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20282" y="4979374"/>
            <a:ext cx="1573573" cy="196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Payroll SPs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20282" y="5232026"/>
            <a:ext cx="2697367" cy="14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secure, auditable stored procedures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411" y="1446312"/>
            <a:ext cx="3537060" cy="4716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2026-09-03T10:03:28Z</dcterms:created>
  <dcterms:modified xsi:type="dcterms:W3CDTF">2026-09-03T10:03:28Z</dcterms:modified>
</cp:coreProperties>
</file>